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38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B4131F3-CBD7-7EED-4AAB-37B19B961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856" y="3055856"/>
            <a:ext cx="3802144" cy="3802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_20260725_204110">
            <a:hlinkClick r:id="" action="ppaction://media"/>
            <a:extLst>
              <a:ext uri="{FF2B5EF4-FFF2-40B4-BE49-F238E27FC236}">
                <a16:creationId xmlns:a16="http://schemas.microsoft.com/office/drawing/2014/main" id="{98B6A2F5-906A-45EB-6E42-948B86A4D7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5763" y="216992"/>
            <a:ext cx="11420475" cy="642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8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2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ワイド画面</PresentationFormat>
  <Paragraphs>13</Paragraphs>
  <Slides>14</Slides>
  <Notes>13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26代シミュレーター班&lt;br&gt;活動報告</dc:title>
  <dc:subject>PptxGenJS Presentation</dc:subject>
  <dc:creator>Created by Marp</dc:creator>
  <cp:lastModifiedBy>永田　賢之介</cp:lastModifiedBy>
  <cp:revision>2</cp:revision>
  <dcterms:created xsi:type="dcterms:W3CDTF">2026-10-21T00:01:53Z</dcterms:created>
  <dcterms:modified xsi:type="dcterms:W3CDTF">2026-10-21T00:02:46Z</dcterms:modified>
</cp:coreProperties>
</file>